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8"/>
  </p:notesMasterIdLst>
  <p:handoutMasterIdLst>
    <p:handoutMasterId r:id="rId9"/>
  </p:handoutMasterIdLst>
  <p:sldIdLst>
    <p:sldId id="265" r:id="rId2"/>
    <p:sldId id="289" r:id="rId3"/>
    <p:sldId id="290" r:id="rId4"/>
    <p:sldId id="291" r:id="rId5"/>
    <p:sldId id="292" r:id="rId6"/>
    <p:sldId id="29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386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39CDB-0FA5-4B1B-9FD3-B3BEF35E0D80}" v="7" dt="2025-12-03T14:32:46.494"/>
  </p1510:revLst>
</p1510:revInfo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79592" autoAdjust="0"/>
  </p:normalViewPr>
  <p:slideViewPr>
    <p:cSldViewPr>
      <p:cViewPr varScale="1">
        <p:scale>
          <a:sx n="76" d="100"/>
          <a:sy n="76" d="100"/>
        </p:scale>
        <p:origin x="946" y="48"/>
      </p:cViewPr>
      <p:guideLst>
        <p:guide pos="3386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e Payne" userId="b3a03d8a-7c86-4316-b5c6-3bc632c75b4d" providerId="ADAL" clId="{465C3B98-6A6D-40C2-9661-694128990E36}"/>
    <pc:docChg chg="undo redo custSel addSld delSld modSld">
      <pc:chgData name="Jane Payne" userId="b3a03d8a-7c86-4316-b5c6-3bc632c75b4d" providerId="ADAL" clId="{465C3B98-6A6D-40C2-9661-694128990E36}" dt="2025-11-27T14:54:38.609" v="379" actId="20577"/>
      <pc:docMkLst>
        <pc:docMk/>
      </pc:docMkLst>
      <pc:sldChg chg="modSp mod">
        <pc:chgData name="Jane Payne" userId="b3a03d8a-7c86-4316-b5c6-3bc632c75b4d" providerId="ADAL" clId="{465C3B98-6A6D-40C2-9661-694128990E36}" dt="2025-11-27T13:08:13.258" v="131" actId="20577"/>
        <pc:sldMkLst>
          <pc:docMk/>
          <pc:sldMk cId="2798809327" sldId="265"/>
        </pc:sldMkLst>
        <pc:spChg chg="mod">
          <ac:chgData name="Jane Payne" userId="b3a03d8a-7c86-4316-b5c6-3bc632c75b4d" providerId="ADAL" clId="{465C3B98-6A6D-40C2-9661-694128990E36}" dt="2025-11-27T13:03:19.024" v="25" actId="20577"/>
          <ac:spMkLst>
            <pc:docMk/>
            <pc:sldMk cId="2798809327" sldId="265"/>
            <ac:spMk id="2" creationId="{00000000-0000-0000-0000-000000000000}"/>
          </ac:spMkLst>
        </pc:spChg>
        <pc:spChg chg="mod">
          <ac:chgData name="Jane Payne" userId="b3a03d8a-7c86-4316-b5c6-3bc632c75b4d" providerId="ADAL" clId="{465C3B98-6A6D-40C2-9661-694128990E36}" dt="2025-11-27T13:08:13.258" v="131" actId="20577"/>
          <ac:spMkLst>
            <pc:docMk/>
            <pc:sldMk cId="2798809327" sldId="265"/>
            <ac:spMk id="4" creationId="{00000000-0000-0000-0000-000000000000}"/>
          </ac:spMkLst>
        </pc:spChg>
      </pc:sldChg>
      <pc:sldChg chg="addSp delSp modSp mod">
        <pc:chgData name="Jane Payne" userId="b3a03d8a-7c86-4316-b5c6-3bc632c75b4d" providerId="ADAL" clId="{465C3B98-6A6D-40C2-9661-694128990E36}" dt="2025-11-27T14:54:38.609" v="379" actId="20577"/>
        <pc:sldMkLst>
          <pc:docMk/>
          <pc:sldMk cId="576639622" sldId="289"/>
        </pc:sldMkLst>
        <pc:spChg chg="mod">
          <ac:chgData name="Jane Payne" userId="b3a03d8a-7c86-4316-b5c6-3bc632c75b4d" providerId="ADAL" clId="{465C3B98-6A6D-40C2-9661-694128990E36}" dt="2025-11-27T14:51:48.770" v="350" actId="1076"/>
          <ac:spMkLst>
            <pc:docMk/>
            <pc:sldMk cId="576639622" sldId="289"/>
            <ac:spMk id="2" creationId="{00000000-0000-0000-0000-000000000000}"/>
          </ac:spMkLst>
        </pc:spChg>
        <pc:spChg chg="add mod">
          <ac:chgData name="Jane Payne" userId="b3a03d8a-7c86-4316-b5c6-3bc632c75b4d" providerId="ADAL" clId="{465C3B98-6A6D-40C2-9661-694128990E36}" dt="2025-11-27T14:53:17.074" v="365" actId="255"/>
          <ac:spMkLst>
            <pc:docMk/>
            <pc:sldMk cId="576639622" sldId="289"/>
            <ac:spMk id="7" creationId="{B486E114-8F2F-30BF-E7E0-44DD84DEE7A2}"/>
          </ac:spMkLst>
        </pc:spChg>
        <pc:spChg chg="add mod">
          <ac:chgData name="Jane Payne" userId="b3a03d8a-7c86-4316-b5c6-3bc632c75b4d" providerId="ADAL" clId="{465C3B98-6A6D-40C2-9661-694128990E36}" dt="2025-11-27T14:53:29.756" v="366" actId="255"/>
          <ac:spMkLst>
            <pc:docMk/>
            <pc:sldMk cId="576639622" sldId="289"/>
            <ac:spMk id="8" creationId="{3F8EF72D-0F13-5417-58A0-0555DEA241C5}"/>
          </ac:spMkLst>
        </pc:spChg>
        <pc:spChg chg="add mod">
          <ac:chgData name="Jane Payne" userId="b3a03d8a-7c86-4316-b5c6-3bc632c75b4d" providerId="ADAL" clId="{465C3B98-6A6D-40C2-9661-694128990E36}" dt="2025-11-27T14:53:45.939" v="368" actId="255"/>
          <ac:spMkLst>
            <pc:docMk/>
            <pc:sldMk cId="576639622" sldId="289"/>
            <ac:spMk id="10" creationId="{1B395DD3-92BD-C44F-AFD1-3B8DDF5D8C0D}"/>
          </ac:spMkLst>
        </pc:spChg>
        <pc:spChg chg="add mod">
          <ac:chgData name="Jane Payne" userId="b3a03d8a-7c86-4316-b5c6-3bc632c75b4d" providerId="ADAL" clId="{465C3B98-6A6D-40C2-9661-694128990E36}" dt="2025-11-27T14:53:41.412" v="367" actId="255"/>
          <ac:spMkLst>
            <pc:docMk/>
            <pc:sldMk cId="576639622" sldId="289"/>
            <ac:spMk id="11" creationId="{57A31359-8212-9D15-E411-16CA96DB319F}"/>
          </ac:spMkLst>
        </pc:spChg>
        <pc:spChg chg="add mod">
          <ac:chgData name="Jane Payne" userId="b3a03d8a-7c86-4316-b5c6-3bc632c75b4d" providerId="ADAL" clId="{465C3B98-6A6D-40C2-9661-694128990E36}" dt="2025-11-27T14:54:22.413" v="375" actId="14100"/>
          <ac:spMkLst>
            <pc:docMk/>
            <pc:sldMk cId="576639622" sldId="289"/>
            <ac:spMk id="12" creationId="{F5E21A58-56F9-7033-F75B-A5EFDB5D235E}"/>
          </ac:spMkLst>
        </pc:spChg>
        <pc:spChg chg="add mod">
          <ac:chgData name="Jane Payne" userId="b3a03d8a-7c86-4316-b5c6-3bc632c75b4d" providerId="ADAL" clId="{465C3B98-6A6D-40C2-9661-694128990E36}" dt="2025-11-27T14:54:38.609" v="379" actId="20577"/>
          <ac:spMkLst>
            <pc:docMk/>
            <pc:sldMk cId="576639622" sldId="289"/>
            <ac:spMk id="15" creationId="{970D801F-B1F0-18FE-2C86-2106791C3339}"/>
          </ac:spMkLst>
        </pc:spChg>
        <pc:spChg chg="add mod">
          <ac:chgData name="Jane Payne" userId="b3a03d8a-7c86-4316-b5c6-3bc632c75b4d" providerId="ADAL" clId="{465C3B98-6A6D-40C2-9661-694128990E36}" dt="2025-11-27T14:52:30.616" v="355" actId="1076"/>
          <ac:spMkLst>
            <pc:docMk/>
            <pc:sldMk cId="576639622" sldId="289"/>
            <ac:spMk id="16" creationId="{774530FD-C4F6-C622-AFB7-4941CCAA0322}"/>
          </ac:spMkLst>
        </pc:spChg>
        <pc:spChg chg="add mod">
          <ac:chgData name="Jane Payne" userId="b3a03d8a-7c86-4316-b5c6-3bc632c75b4d" providerId="ADAL" clId="{465C3B98-6A6D-40C2-9661-694128990E36}" dt="2025-11-27T14:52:37.428" v="356" actId="1076"/>
          <ac:spMkLst>
            <pc:docMk/>
            <pc:sldMk cId="576639622" sldId="289"/>
            <ac:spMk id="17" creationId="{9E36870E-3E28-7C1B-E335-6F6E338E04B4}"/>
          </ac:spMkLst>
        </pc:spChg>
      </pc:sldChg>
      <pc:sldChg chg="delSp modSp add mod">
        <pc:chgData name="Jane Payne" userId="b3a03d8a-7c86-4316-b5c6-3bc632c75b4d" providerId="ADAL" clId="{465C3B98-6A6D-40C2-9661-694128990E36}" dt="2025-11-27T13:07:16.264" v="79" actId="20577"/>
        <pc:sldMkLst>
          <pc:docMk/>
          <pc:sldMk cId="2649040104" sldId="290"/>
        </pc:sldMkLst>
        <pc:spChg chg="mod">
          <ac:chgData name="Jane Payne" userId="b3a03d8a-7c86-4316-b5c6-3bc632c75b4d" providerId="ADAL" clId="{465C3B98-6A6D-40C2-9661-694128990E36}" dt="2025-11-27T13:07:16.264" v="79" actId="20577"/>
          <ac:spMkLst>
            <pc:docMk/>
            <pc:sldMk cId="2649040104" sldId="290"/>
            <ac:spMk id="2" creationId="{9181E8F7-A614-C67C-F976-1EAD3A737914}"/>
          </ac:spMkLst>
        </pc:spChg>
      </pc:sldChg>
      <pc:sldChg chg="modSp add mod">
        <pc:chgData name="Jane Payne" userId="b3a03d8a-7c86-4316-b5c6-3bc632c75b4d" providerId="ADAL" clId="{465C3B98-6A6D-40C2-9661-694128990E36}" dt="2025-11-27T13:07:29.862" v="86" actId="20577"/>
        <pc:sldMkLst>
          <pc:docMk/>
          <pc:sldMk cId="3297955715" sldId="291"/>
        </pc:sldMkLst>
        <pc:spChg chg="mod">
          <ac:chgData name="Jane Payne" userId="b3a03d8a-7c86-4316-b5c6-3bc632c75b4d" providerId="ADAL" clId="{465C3B98-6A6D-40C2-9661-694128990E36}" dt="2025-11-27T13:07:29.862" v="86" actId="20577"/>
          <ac:spMkLst>
            <pc:docMk/>
            <pc:sldMk cId="3297955715" sldId="291"/>
            <ac:spMk id="2" creationId="{36E2D17D-160F-C4B1-9260-856F4E98F91B}"/>
          </ac:spMkLst>
        </pc:spChg>
      </pc:sldChg>
      <pc:sldChg chg="modSp add mod">
        <pc:chgData name="Jane Payne" userId="b3a03d8a-7c86-4316-b5c6-3bc632c75b4d" providerId="ADAL" clId="{465C3B98-6A6D-40C2-9661-694128990E36}" dt="2025-11-27T13:07:49.469" v="107" actId="20577"/>
        <pc:sldMkLst>
          <pc:docMk/>
          <pc:sldMk cId="3809398214" sldId="292"/>
        </pc:sldMkLst>
        <pc:spChg chg="mod">
          <ac:chgData name="Jane Payne" userId="b3a03d8a-7c86-4316-b5c6-3bc632c75b4d" providerId="ADAL" clId="{465C3B98-6A6D-40C2-9661-694128990E36}" dt="2025-11-27T13:07:49.469" v="107" actId="20577"/>
          <ac:spMkLst>
            <pc:docMk/>
            <pc:sldMk cId="3809398214" sldId="292"/>
            <ac:spMk id="2" creationId="{6173861F-CBA3-0910-0443-FA90D4320178}"/>
          </ac:spMkLst>
        </pc:spChg>
      </pc:sldChg>
    </pc:docChg>
  </pc:docChgLst>
  <pc:docChgLst>
    <pc:chgData name="Nicola Wilson" userId="391bd342-7f23-4cec-8df0-e1396e21f71d" providerId="ADAL" clId="{59781AED-C15D-43ED-973B-C1B3B7B2FA59}"/>
    <pc:docChg chg="custSel addSld modSld">
      <pc:chgData name="Nicola Wilson" userId="391bd342-7f23-4cec-8df0-e1396e21f71d" providerId="ADAL" clId="{59781AED-C15D-43ED-973B-C1B3B7B2FA59}" dt="2025-12-03T14:34:48.477" v="91" actId="1076"/>
      <pc:docMkLst>
        <pc:docMk/>
      </pc:docMkLst>
      <pc:sldChg chg="modSp mod">
        <pc:chgData name="Nicola Wilson" userId="391bd342-7f23-4cec-8df0-e1396e21f71d" providerId="ADAL" clId="{59781AED-C15D-43ED-973B-C1B3B7B2FA59}" dt="2025-12-02T15:03:46.311" v="50" actId="20577"/>
        <pc:sldMkLst>
          <pc:docMk/>
          <pc:sldMk cId="576639622" sldId="289"/>
        </pc:sldMkLst>
        <pc:spChg chg="mod">
          <ac:chgData name="Nicola Wilson" userId="391bd342-7f23-4cec-8df0-e1396e21f71d" providerId="ADAL" clId="{59781AED-C15D-43ED-973B-C1B3B7B2FA59}" dt="2025-12-02T15:03:46.311" v="50" actId="20577"/>
          <ac:spMkLst>
            <pc:docMk/>
            <pc:sldMk cId="576639622" sldId="289"/>
            <ac:spMk id="8" creationId="{3F8EF72D-0F13-5417-58A0-0555DEA241C5}"/>
          </ac:spMkLst>
        </pc:spChg>
        <pc:spChg chg="mod">
          <ac:chgData name="Nicola Wilson" userId="391bd342-7f23-4cec-8df0-e1396e21f71d" providerId="ADAL" clId="{59781AED-C15D-43ED-973B-C1B3B7B2FA59}" dt="2025-12-01T06:57:19.154" v="44" actId="20577"/>
          <ac:spMkLst>
            <pc:docMk/>
            <pc:sldMk cId="576639622" sldId="289"/>
            <ac:spMk id="10" creationId="{1B395DD3-92BD-C44F-AFD1-3B8DDF5D8C0D}"/>
          </ac:spMkLst>
        </pc:spChg>
        <pc:spChg chg="mod">
          <ac:chgData name="Nicola Wilson" userId="391bd342-7f23-4cec-8df0-e1396e21f71d" providerId="ADAL" clId="{59781AED-C15D-43ED-973B-C1B3B7B2FA59}" dt="2025-12-01T06:57:12.530" v="34" actId="14100"/>
          <ac:spMkLst>
            <pc:docMk/>
            <pc:sldMk cId="576639622" sldId="289"/>
            <ac:spMk id="15" creationId="{970D801F-B1F0-18FE-2C86-2106791C3339}"/>
          </ac:spMkLst>
        </pc:spChg>
      </pc:sldChg>
      <pc:sldChg chg="addSp modSp mod">
        <pc:chgData name="Nicola Wilson" userId="391bd342-7f23-4cec-8df0-e1396e21f71d" providerId="ADAL" clId="{59781AED-C15D-43ED-973B-C1B3B7B2FA59}" dt="2025-12-03T14:34:48.477" v="91" actId="1076"/>
        <pc:sldMkLst>
          <pc:docMk/>
          <pc:sldMk cId="3809398214" sldId="292"/>
        </pc:sldMkLst>
        <pc:spChg chg="mod">
          <ac:chgData name="Nicola Wilson" userId="391bd342-7f23-4cec-8df0-e1396e21f71d" providerId="ADAL" clId="{59781AED-C15D-43ED-973B-C1B3B7B2FA59}" dt="2025-12-03T14:30:05.622" v="57" actId="1076"/>
          <ac:spMkLst>
            <pc:docMk/>
            <pc:sldMk cId="3809398214" sldId="292"/>
            <ac:spMk id="2" creationId="{6173861F-CBA3-0910-0443-FA90D4320178}"/>
          </ac:spMkLst>
        </pc:spChg>
        <pc:spChg chg="add mod">
          <ac:chgData name="Nicola Wilson" userId="391bd342-7f23-4cec-8df0-e1396e21f71d" providerId="ADAL" clId="{59781AED-C15D-43ED-973B-C1B3B7B2FA59}" dt="2025-12-03T14:34:48.477" v="91" actId="1076"/>
          <ac:spMkLst>
            <pc:docMk/>
            <pc:sldMk cId="3809398214" sldId="292"/>
            <ac:spMk id="3" creationId="{4304F1B0-FDB2-990C-A5C4-90FE54FF29FB}"/>
          </ac:spMkLst>
        </pc:spChg>
        <pc:spChg chg="add mod">
          <ac:chgData name="Nicola Wilson" userId="391bd342-7f23-4cec-8df0-e1396e21f71d" providerId="ADAL" clId="{59781AED-C15D-43ED-973B-C1B3B7B2FA59}" dt="2025-12-03T14:29:21.332" v="53"/>
          <ac:spMkLst>
            <pc:docMk/>
            <pc:sldMk cId="3809398214" sldId="292"/>
            <ac:spMk id="5" creationId="{DA4A46E3-9214-9D07-702C-94E8BB77F5E5}"/>
          </ac:spMkLst>
        </pc:spChg>
        <pc:spChg chg="add mod">
          <ac:chgData name="Nicola Wilson" userId="391bd342-7f23-4cec-8df0-e1396e21f71d" providerId="ADAL" clId="{59781AED-C15D-43ED-973B-C1B3B7B2FA59}" dt="2025-12-03T14:31:38.406" v="67" actId="255"/>
          <ac:spMkLst>
            <pc:docMk/>
            <pc:sldMk cId="3809398214" sldId="292"/>
            <ac:spMk id="6" creationId="{104E7068-7CE1-CDF7-1506-12A8DF30E432}"/>
          </ac:spMkLst>
        </pc:spChg>
        <pc:spChg chg="add mod">
          <ac:chgData name="Nicola Wilson" userId="391bd342-7f23-4cec-8df0-e1396e21f71d" providerId="ADAL" clId="{59781AED-C15D-43ED-973B-C1B3B7B2FA59}" dt="2025-12-03T14:31:43.975" v="68" actId="255"/>
          <ac:spMkLst>
            <pc:docMk/>
            <pc:sldMk cId="3809398214" sldId="292"/>
            <ac:spMk id="7" creationId="{BC4DA043-35FC-D6C1-A5F6-7E3000304035}"/>
          </ac:spMkLst>
        </pc:spChg>
      </pc:sldChg>
      <pc:sldChg chg="addSp delSp modSp add mod">
        <pc:chgData name="Nicola Wilson" userId="391bd342-7f23-4cec-8df0-e1396e21f71d" providerId="ADAL" clId="{59781AED-C15D-43ED-973B-C1B3B7B2FA59}" dt="2025-12-03T14:34:43.534" v="90" actId="1076"/>
        <pc:sldMkLst>
          <pc:docMk/>
          <pc:sldMk cId="2810816575" sldId="293"/>
        </pc:sldMkLst>
        <pc:spChg chg="mod">
          <ac:chgData name="Nicola Wilson" userId="391bd342-7f23-4cec-8df0-e1396e21f71d" providerId="ADAL" clId="{59781AED-C15D-43ED-973B-C1B3B7B2FA59}" dt="2025-12-03T14:34:43.534" v="90" actId="1076"/>
          <ac:spMkLst>
            <pc:docMk/>
            <pc:sldMk cId="2810816575" sldId="293"/>
            <ac:spMk id="3" creationId="{AE00600D-BCB8-B221-7CCF-FF987363E795}"/>
          </ac:spMkLst>
        </pc:spChg>
        <pc:spChg chg="add mod">
          <ac:chgData name="Nicola Wilson" userId="391bd342-7f23-4cec-8df0-e1396e21f71d" providerId="ADAL" clId="{59781AED-C15D-43ED-973B-C1B3B7B2FA59}" dt="2025-12-03T14:34:31.934" v="88" actId="1076"/>
          <ac:spMkLst>
            <pc:docMk/>
            <pc:sldMk cId="2810816575" sldId="293"/>
            <ac:spMk id="5" creationId="{3BAE4871-1901-CDDA-D534-7B445E18BDF0}"/>
          </ac:spMkLst>
        </pc:spChg>
        <pc:spChg chg="mod">
          <ac:chgData name="Nicola Wilson" userId="391bd342-7f23-4cec-8df0-e1396e21f71d" providerId="ADAL" clId="{59781AED-C15D-43ED-973B-C1B3B7B2FA59}" dt="2025-12-03T14:34:36.278" v="89" actId="1076"/>
          <ac:spMkLst>
            <pc:docMk/>
            <pc:sldMk cId="2810816575" sldId="293"/>
            <ac:spMk id="6" creationId="{68D7A26B-A7CE-192E-6CE1-D1165766B394}"/>
          </ac:spMkLst>
        </pc:spChg>
        <pc:spChg chg="del mod">
          <ac:chgData name="Nicola Wilson" userId="391bd342-7f23-4cec-8df0-e1396e21f71d" providerId="ADAL" clId="{59781AED-C15D-43ED-973B-C1B3B7B2FA59}" dt="2025-12-03T14:32:54.763" v="73" actId="478"/>
          <ac:spMkLst>
            <pc:docMk/>
            <pc:sldMk cId="2810816575" sldId="293"/>
            <ac:spMk id="7" creationId="{38B63FE6-BA4F-81E5-D82D-7BE06BB1CC5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Click to edit Master text styles</a:t>
            </a:r>
          </a:p>
          <a:p>
            <a:pPr lvl="1" rtl="0"/>
            <a:r>
              <a:t>Second level</a:t>
            </a:r>
          </a:p>
          <a:p>
            <a:pPr lvl="2" rtl="0"/>
            <a:r>
              <a:t>Third level</a:t>
            </a:r>
          </a:p>
          <a:p>
            <a:pPr lvl="3" rtl="0"/>
            <a:r>
              <a:t>Fourth level</a:t>
            </a:r>
          </a:p>
          <a:p>
            <a:pPr lvl="4" rtl="0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810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May require more than one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26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6985-62B1-A0AA-6BC6-76E730D1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6EC81-B56D-A414-51E3-7802043A7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124C1-CB12-4B88-7D11-31CC22CF8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May require more than one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2E220-FBAB-3556-8F93-EF439C839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07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1642-99F0-4135-2753-61F8B6446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AB12E-910A-54A7-55F4-33BD67518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0363-6B67-B96E-C4B5-0760D76EA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May require more than one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DF1A2-7238-7AC7-3C9B-11AA89C86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02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CAEB3-3F97-6D85-101C-F9A65177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48CA3-D92B-E043-EA4A-92BE43BD4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454DB-EA49-9FFB-AB74-4D4D65F37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May require more than one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4598D-CC08-17F0-62D1-6F9EFF775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97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7BEC1-4500-9B54-B852-94641B1E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528B9-2644-21A5-B562-64F73EC28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5FA71-1CC9-D825-0167-AB9F7A07C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May require more than one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8A064-2B23-324C-5477-5906EA6B7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95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44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232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49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0ECE5F2-81AA-4605-B028-6FBA39105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11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10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2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89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32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28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36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7182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966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2985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39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9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8/9/2016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82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8/9/2016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590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jom.patchworks.org.uk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thjfc.patchworks.org.uk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lpforce.community/iandi/evidenced-outcomes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algn="ctr" rtl="0"/>
            <a:r>
              <a:rPr lang="en-GB" dirty="0"/>
              <a:t>O</a:t>
            </a:r>
            <a:r>
              <a:rPr lang="en-gb" dirty="0"/>
              <a:t>asis St Martin’s Village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07067" y="4509120"/>
            <a:ext cx="7766936" cy="1096899"/>
          </a:xfrm>
        </p:spPr>
        <p:txBody>
          <a:bodyPr rtlCol="0">
            <a:normAutofit lnSpcReduction="10000"/>
          </a:bodyPr>
          <a:lstStyle/>
          <a:p>
            <a:pPr algn="ctr" rtl="0"/>
            <a:r>
              <a:rPr lang="en-GB" sz="3200" dirty="0"/>
              <a:t>Communication</a:t>
            </a:r>
          </a:p>
          <a:p>
            <a:pPr algn="ctr" rtl="0"/>
            <a:r>
              <a:rPr lang="en-GB" sz="3200" dirty="0"/>
              <a:t>Next level of support</a:t>
            </a:r>
            <a:endParaRPr lang="en-gb" sz="3200" dirty="0"/>
          </a:p>
        </p:txBody>
      </p:sp>
      <p:pic>
        <p:nvPicPr>
          <p:cNvPr id="3" name="Picture 2" descr="A black background with green and blue text&#10;&#10;AI-generated content may be incorrect.">
            <a:extLst>
              <a:ext uri="{FF2B5EF4-FFF2-40B4-BE49-F238E27FC236}">
                <a16:creationId xmlns:a16="http://schemas.microsoft.com/office/drawing/2014/main" id="{74EA1A6A-93FB-BFD2-F06C-F145DE4D9B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0"/>
            <a:ext cx="2774545" cy="153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1478" y="484042"/>
            <a:ext cx="5760640" cy="1233424"/>
          </a:xfrm>
        </p:spPr>
        <p:txBody>
          <a:bodyPr rtlCol="0" anchor="ctr"/>
          <a:lstStyle/>
          <a:p>
            <a:pPr algn="ctr" rtl="0"/>
            <a:r>
              <a:rPr lang="en-GB" dirty="0"/>
              <a:t>OVERVIEW</a:t>
            </a:r>
            <a:endParaRPr lang="en-gb" dirty="0"/>
          </a:p>
        </p:txBody>
      </p:sp>
      <p:pic>
        <p:nvPicPr>
          <p:cNvPr id="4" name="Picture 3" descr="A black background with green and blue text&#10;&#10;AI-generated content may be incorrect.">
            <a:extLst>
              <a:ext uri="{FF2B5EF4-FFF2-40B4-BE49-F238E27FC236}">
                <a16:creationId xmlns:a16="http://schemas.microsoft.com/office/drawing/2014/main" id="{8A5E342F-41F5-581F-C7F8-2355FAB14C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" y="9994"/>
            <a:ext cx="2774545" cy="1534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86E114-8F2F-30BF-E7E0-44DD84DEE7A2}"/>
              </a:ext>
            </a:extLst>
          </p:cNvPr>
          <p:cNvSpPr txBox="1"/>
          <p:nvPr/>
        </p:nvSpPr>
        <p:spPr>
          <a:xfrm>
            <a:off x="3635469" y="1729849"/>
            <a:ext cx="3600400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Communications</a:t>
            </a:r>
          </a:p>
          <a:p>
            <a:pPr algn="ctr"/>
            <a:r>
              <a:rPr lang="en-GB" sz="2400" dirty="0"/>
              <a:t>Next Level of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EF72D-0F13-5417-58A0-0555DEA241C5}"/>
              </a:ext>
            </a:extLst>
          </p:cNvPr>
          <p:cNvSpPr txBox="1"/>
          <p:nvPr/>
        </p:nvSpPr>
        <p:spPr>
          <a:xfrm>
            <a:off x="3203421" y="3115189"/>
            <a:ext cx="446449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Internal Intranet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395DD3-92BD-C44F-AFD1-3B8DDF5D8C0D}"/>
              </a:ext>
            </a:extLst>
          </p:cNvPr>
          <p:cNvSpPr txBox="1"/>
          <p:nvPr/>
        </p:nvSpPr>
        <p:spPr>
          <a:xfrm>
            <a:off x="6737942" y="4734486"/>
            <a:ext cx="194421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/>
              <a:t>Patchworks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31359-8212-9D15-E411-16CA96DB319F}"/>
              </a:ext>
            </a:extLst>
          </p:cNvPr>
          <p:cNvSpPr txBox="1"/>
          <p:nvPr/>
        </p:nvSpPr>
        <p:spPr>
          <a:xfrm>
            <a:off x="2051292" y="4734486"/>
            <a:ext cx="194421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Glocal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21A58-56F9-7033-F75B-A5EFDB5D235E}"/>
              </a:ext>
            </a:extLst>
          </p:cNvPr>
          <p:cNvSpPr txBox="1"/>
          <p:nvPr/>
        </p:nvSpPr>
        <p:spPr>
          <a:xfrm>
            <a:off x="2051292" y="5279499"/>
            <a:ext cx="1944216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Your own basic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D801F-B1F0-18FE-2C86-2106791C3339}"/>
              </a:ext>
            </a:extLst>
          </p:cNvPr>
          <p:cNvSpPr txBox="1"/>
          <p:nvPr/>
        </p:nvSpPr>
        <p:spPr>
          <a:xfrm>
            <a:off x="6737942" y="5279499"/>
            <a:ext cx="2094362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Narrative you </a:t>
            </a:r>
          </a:p>
          <a:p>
            <a:pPr algn="ctr"/>
            <a:r>
              <a:rPr lang="en-GB" sz="2400" dirty="0"/>
              <a:t>can use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774530FD-C4F6-C622-AFB7-4941CCAA0322}"/>
              </a:ext>
            </a:extLst>
          </p:cNvPr>
          <p:cNvSpPr/>
          <p:nvPr/>
        </p:nvSpPr>
        <p:spPr>
          <a:xfrm rot="18373390">
            <a:off x="4003195" y="4026330"/>
            <a:ext cx="1188132" cy="45338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9E36870E-3E28-7C1B-E335-6F6E338E04B4}"/>
              </a:ext>
            </a:extLst>
          </p:cNvPr>
          <p:cNvSpPr/>
          <p:nvPr/>
        </p:nvSpPr>
        <p:spPr>
          <a:xfrm rot="3226610" flipH="1">
            <a:off x="5446369" y="4042346"/>
            <a:ext cx="1188132" cy="45338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63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BD436-9EE7-FB83-BF09-ACCF851C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1E8F7-A614-C67C-F976-1EAD3A73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568" y="1628800"/>
            <a:ext cx="5760640" cy="1233424"/>
          </a:xfrm>
        </p:spPr>
        <p:txBody>
          <a:bodyPr rtlCol="0" anchor="ctr"/>
          <a:lstStyle/>
          <a:p>
            <a:pPr algn="ctr" rtl="0"/>
            <a:r>
              <a:rPr lang="en-GB" dirty="0"/>
              <a:t>INTERNAL INTRANET/ JOSH</a:t>
            </a:r>
            <a:endParaRPr lang="en-gb" dirty="0"/>
          </a:p>
        </p:txBody>
      </p:sp>
      <p:pic>
        <p:nvPicPr>
          <p:cNvPr id="4" name="Picture 3" descr="A black background with green and blue text&#10;&#10;AI-generated content may be incorrect.">
            <a:extLst>
              <a:ext uri="{FF2B5EF4-FFF2-40B4-BE49-F238E27FC236}">
                <a16:creationId xmlns:a16="http://schemas.microsoft.com/office/drawing/2014/main" id="{5E383659-3D32-C015-EC8F-BF7DF4416E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" y="9994"/>
            <a:ext cx="2774545" cy="153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4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F1ED-9C8A-8711-66F7-26C1501D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D17D-160F-C4B1-9260-856F4E98F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568" y="1628800"/>
            <a:ext cx="5760640" cy="1233424"/>
          </a:xfrm>
        </p:spPr>
        <p:txBody>
          <a:bodyPr rtlCol="0" anchor="ctr"/>
          <a:lstStyle/>
          <a:p>
            <a:pPr algn="ctr" rtl="0"/>
            <a:r>
              <a:rPr lang="en-GB" dirty="0"/>
              <a:t>GLOCAL</a:t>
            </a:r>
            <a:endParaRPr lang="en-gb" dirty="0"/>
          </a:p>
        </p:txBody>
      </p:sp>
      <p:pic>
        <p:nvPicPr>
          <p:cNvPr id="4" name="Picture 3" descr="A black background with green and blue text&#10;&#10;AI-generated content may be incorrect.">
            <a:extLst>
              <a:ext uri="{FF2B5EF4-FFF2-40B4-BE49-F238E27FC236}">
                <a16:creationId xmlns:a16="http://schemas.microsoft.com/office/drawing/2014/main" id="{57DB12CB-B565-832A-BF3F-3213511D97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" y="9994"/>
            <a:ext cx="2774545" cy="153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5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E630-EF38-07F1-B377-3314A088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861F-CBA3-0910-0443-FA90D432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33" y="332235"/>
            <a:ext cx="5760640" cy="1233424"/>
          </a:xfrm>
        </p:spPr>
        <p:txBody>
          <a:bodyPr rtlCol="0" anchor="ctr"/>
          <a:lstStyle/>
          <a:p>
            <a:pPr algn="ctr" rtl="0"/>
            <a:r>
              <a:rPr lang="en-GB" dirty="0"/>
              <a:t>PATCHWORKS/NARRATIVE</a:t>
            </a:r>
            <a:endParaRPr lang="en-gb" dirty="0"/>
          </a:p>
        </p:txBody>
      </p:sp>
      <p:pic>
        <p:nvPicPr>
          <p:cNvPr id="4" name="Picture 3" descr="A black background with green and blue text&#10;&#10;AI-generated content may be incorrect.">
            <a:extLst>
              <a:ext uri="{FF2B5EF4-FFF2-40B4-BE49-F238E27FC236}">
                <a16:creationId xmlns:a16="http://schemas.microsoft.com/office/drawing/2014/main" id="{8C4AD2AE-FB43-0AA6-708F-EE118084B9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" y="9994"/>
            <a:ext cx="2774545" cy="1534160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4304F1B0-FDB2-990C-A5C4-90FE54FF29FB}"/>
              </a:ext>
            </a:extLst>
          </p:cNvPr>
          <p:cNvSpPr>
            <a:spLocks noChangeAspect="1"/>
          </p:cNvSpPr>
          <p:nvPr/>
        </p:nvSpPr>
        <p:spPr>
          <a:xfrm>
            <a:off x="9552384" y="28410"/>
            <a:ext cx="2514600" cy="538728"/>
          </a:xfrm>
          <a:custGeom>
            <a:avLst/>
            <a:gdLst/>
            <a:ahLst/>
            <a:cxnLst/>
            <a:rect l="l" t="t" r="r" b="b"/>
            <a:pathLst>
              <a:path w="9207964" h="1972713">
                <a:moveTo>
                  <a:pt x="0" y="0"/>
                </a:moveTo>
                <a:lnTo>
                  <a:pt x="9207965" y="0"/>
                </a:lnTo>
                <a:lnTo>
                  <a:pt x="9207965" y="1972713"/>
                </a:lnTo>
                <a:lnTo>
                  <a:pt x="0" y="1972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E7068-7CE1-CDF7-1506-12A8DF30E432}"/>
              </a:ext>
            </a:extLst>
          </p:cNvPr>
          <p:cNvSpPr txBox="1"/>
          <p:nvPr/>
        </p:nvSpPr>
        <p:spPr>
          <a:xfrm>
            <a:off x="349740" y="1340768"/>
            <a:ext cx="6034292" cy="5101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36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Helped establish two national charities: Helpforce and The Centre for Ageing Better.</a:t>
            </a:r>
          </a:p>
          <a:p>
            <a:pPr marL="285750" indent="-285750">
              <a:lnSpc>
                <a:spcPts val="36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cs typeface="Segoe UI" panose="020B0502040204020203" pitchFamily="34" charset="0"/>
                <a:sym typeface="Futura Medium"/>
              </a:rPr>
              <a:t>At Helpforce </a:t>
            </a: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created the Insight &amp; Impact Service which delivered over </a:t>
            </a:r>
            <a:r>
              <a:rPr lang="en-GB" sz="1600" b="1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80 evaluations for NHS and VCSE client partners</a:t>
            </a: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, building a</a:t>
            </a: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GB" sz="1600" noProof="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library of evidence</a:t>
            </a:r>
            <a:r>
              <a:rPr lang="en-GB" sz="1600" noProof="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took the health volunteering sector forward. </a:t>
            </a:r>
            <a:endParaRPr lang="en-GB" sz="1600" dirty="0">
              <a:solidFill>
                <a:srgbClr val="2756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ts val="36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evidence led to </a:t>
            </a:r>
            <a:r>
              <a:rPr lang="en-GB" sz="1600" b="1" noProof="0" dirty="0">
                <a:solidFill>
                  <a:srgbClr val="2756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£4.7M of new funding </a:t>
            </a: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client partners to grow their volunteering teams and services.</a:t>
            </a:r>
            <a:endParaRPr lang="en-GB" sz="1600" noProof="0" dirty="0">
              <a:solidFill>
                <a:srgbClr val="275633"/>
              </a:solidFill>
              <a:latin typeface="Segoe UI" panose="020B0502040204020203" pitchFamily="34" charset="0"/>
              <a:ea typeface="Futura Medium"/>
              <a:cs typeface="Segoe UI" panose="020B0502040204020203" pitchFamily="34" charset="0"/>
              <a:sym typeface="Futura Medium"/>
            </a:endParaRPr>
          </a:p>
          <a:p>
            <a:pPr marL="285750" indent="-285750">
              <a:lnSpc>
                <a:spcPts val="36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Led to Helpforce announced as one of the winners of the </a:t>
            </a:r>
            <a:r>
              <a:rPr lang="en-GB" sz="1600" b="1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GSK Impact Awards 2025</a:t>
            </a: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DA043-35FC-D6C1-A5F6-7E3000304035}"/>
              </a:ext>
            </a:extLst>
          </p:cNvPr>
          <p:cNvSpPr txBox="1"/>
          <p:nvPr/>
        </p:nvSpPr>
        <p:spPr>
          <a:xfrm>
            <a:off x="6157602" y="1340768"/>
            <a:ext cx="6131086" cy="5723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Social enterprise that helps </a:t>
            </a:r>
            <a:r>
              <a:rPr lang="en-GB" sz="1600" b="1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leaders of community organisations </a:t>
            </a: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deliver evidence of their impact, to help </a:t>
            </a:r>
            <a:r>
              <a:rPr lang="en-GB" sz="1600" b="1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grow funding &amp; achieve their mission.</a:t>
            </a:r>
          </a:p>
          <a:p>
            <a:pPr marL="285750" indent="-285750">
              <a:lnSpc>
                <a:spcPts val="36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cs typeface="Segoe UI" panose="020B0502040204020203" pitchFamily="34" charset="0"/>
                <a:sym typeface="Futura Medium"/>
              </a:rPr>
              <a:t>Starting locally – running projects with:</a:t>
            </a:r>
            <a:endParaRPr lang="en-GB" sz="1600" noProof="0" dirty="0">
              <a:solidFill>
                <a:srgbClr val="275633"/>
              </a:solidFill>
              <a:latin typeface="Segoe UI" panose="020B0502040204020203" pitchFamily="34" charset="0"/>
              <a:ea typeface="Futura Medium"/>
              <a:cs typeface="Segoe UI" panose="020B0502040204020203" pitchFamily="34" charset="0"/>
              <a:sym typeface="Futura Medium"/>
            </a:endParaRPr>
          </a:p>
          <a:p>
            <a:pPr marL="742950" lvl="1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Tulse Hill JFC – done – </a:t>
            </a: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  <a:hlinkClick r:id="rId7"/>
              </a:rPr>
              <a:t>report</a:t>
            </a:r>
            <a:endParaRPr lang="en-GB" sz="1600" dirty="0">
              <a:solidFill>
                <a:srgbClr val="275633"/>
              </a:solidFill>
              <a:latin typeface="Segoe UI" panose="020B0502040204020203" pitchFamily="34" charset="0"/>
              <a:ea typeface="Futura Medium"/>
              <a:cs typeface="Segoe UI" panose="020B0502040204020203" pitchFamily="34" charset="0"/>
              <a:sym typeface="Futura Medium"/>
            </a:endParaRPr>
          </a:p>
          <a:p>
            <a:pPr marL="742950" lvl="1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Juni</a:t>
            </a: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or Open Mic – done – </a:t>
            </a: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  <a:hlinkClick r:id="rId8"/>
              </a:rPr>
              <a:t>report</a:t>
            </a:r>
            <a:endParaRPr lang="en-GB" sz="1600" dirty="0">
              <a:solidFill>
                <a:srgbClr val="275633"/>
              </a:solidFill>
              <a:latin typeface="Segoe UI" panose="020B0502040204020203" pitchFamily="34" charset="0"/>
              <a:ea typeface="Futura Medium"/>
              <a:cs typeface="Segoe UI" panose="020B0502040204020203" pitchFamily="34" charset="0"/>
              <a:sym typeface="Futura Medium"/>
            </a:endParaRPr>
          </a:p>
          <a:p>
            <a:pPr marL="742950" lvl="1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Healthy Living Platform Brixton </a:t>
            </a: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 (+ 37 Community Organisations) – report live 9 Dec</a:t>
            </a:r>
          </a:p>
          <a:p>
            <a:pPr marL="742950" lvl="1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Herne Hill Velodrome</a:t>
            </a:r>
          </a:p>
          <a:p>
            <a:pPr marL="742950" lvl="1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Brockwell Lido</a:t>
            </a:r>
          </a:p>
          <a:p>
            <a:pPr marL="742950" lvl="1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275633"/>
                </a:solidFill>
                <a:latin typeface="Segoe UI" panose="020B0502040204020203" pitchFamily="34" charset="0"/>
                <a:ea typeface="Futura Medium"/>
                <a:cs typeface="Segoe UI" panose="020B0502040204020203" pitchFamily="34" charset="0"/>
                <a:sym typeface="Futura Medium"/>
              </a:rPr>
              <a:t>Orange Bow CIC</a:t>
            </a:r>
          </a:p>
          <a:p>
            <a:pPr marL="742950" lvl="1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noProof="0" dirty="0">
              <a:solidFill>
                <a:srgbClr val="275633"/>
              </a:solidFill>
              <a:latin typeface="Segoe UI" panose="020B0502040204020203" pitchFamily="34" charset="0"/>
              <a:ea typeface="Futura Medium"/>
              <a:cs typeface="Segoe UI" panose="020B0502040204020203" pitchFamily="34" charset="0"/>
              <a:sym typeface="Futu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09398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D6C1-E467-2FDA-85D5-4796A6CA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3D50-8463-E433-AB59-E91AC306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33" y="332235"/>
            <a:ext cx="5760640" cy="1233424"/>
          </a:xfrm>
        </p:spPr>
        <p:txBody>
          <a:bodyPr rtlCol="0" anchor="ctr"/>
          <a:lstStyle/>
          <a:p>
            <a:pPr algn="ctr" rtl="0"/>
            <a:r>
              <a:rPr lang="en-GB" dirty="0"/>
              <a:t>PATCHWORKS/NARRATIVE</a:t>
            </a:r>
            <a:endParaRPr lang="en-gb" dirty="0"/>
          </a:p>
        </p:txBody>
      </p:sp>
      <p:pic>
        <p:nvPicPr>
          <p:cNvPr id="4" name="Picture 3" descr="A black background with green and blue text&#10;&#10;AI-generated content may be incorrect.">
            <a:extLst>
              <a:ext uri="{FF2B5EF4-FFF2-40B4-BE49-F238E27FC236}">
                <a16:creationId xmlns:a16="http://schemas.microsoft.com/office/drawing/2014/main" id="{D1766D98-5211-A11C-D3C5-DB96C6E5DB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" y="9994"/>
            <a:ext cx="2774545" cy="1534160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E00600D-BCB8-B221-7CCF-FF987363E795}"/>
              </a:ext>
            </a:extLst>
          </p:cNvPr>
          <p:cNvSpPr>
            <a:spLocks noChangeAspect="1"/>
          </p:cNvSpPr>
          <p:nvPr/>
        </p:nvSpPr>
        <p:spPr>
          <a:xfrm>
            <a:off x="9646827" y="101569"/>
            <a:ext cx="2514600" cy="538728"/>
          </a:xfrm>
          <a:custGeom>
            <a:avLst/>
            <a:gdLst/>
            <a:ahLst/>
            <a:cxnLst/>
            <a:rect l="l" t="t" r="r" b="b"/>
            <a:pathLst>
              <a:path w="9207964" h="1972713">
                <a:moveTo>
                  <a:pt x="0" y="0"/>
                </a:moveTo>
                <a:lnTo>
                  <a:pt x="9207965" y="0"/>
                </a:lnTo>
                <a:lnTo>
                  <a:pt x="9207965" y="1972713"/>
                </a:lnTo>
                <a:lnTo>
                  <a:pt x="0" y="1972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7A26B-A7CE-192E-6CE1-D1165766B394}"/>
              </a:ext>
            </a:extLst>
          </p:cNvPr>
          <p:cNvSpPr txBox="1"/>
          <p:nvPr/>
        </p:nvSpPr>
        <p:spPr>
          <a:xfrm>
            <a:off x="270542" y="1487086"/>
            <a:ext cx="11650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	“Fill the building” </a:t>
            </a:r>
            <a:r>
              <a:rPr lang="en-GB" i="1" dirty="0">
                <a:latin typeface="Segoe UI" panose="020B0502040204020203" pitchFamily="34" charset="0"/>
                <a:cs typeface="Segoe UI" panose="020B0502040204020203" pitchFamily="34" charset="0"/>
              </a:rPr>
              <a:t>(Dec 2025 – Feb 2026)</a:t>
            </a:r>
            <a:endParaRPr lang="en-GB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Aim: show that the Oasis Village model is working for partners, to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attract more partners 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Qualitative evidence to show how Village Model is progressing, and enabling existing partners to do more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Summary: Quick win, softer data, partner focussed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E4871-1901-CDDA-D534-7B445E18BDF0}"/>
              </a:ext>
            </a:extLst>
          </p:cNvPr>
          <p:cNvSpPr txBox="1"/>
          <p:nvPr/>
        </p:nvSpPr>
        <p:spPr>
          <a:xfrm>
            <a:off x="702590" y="2708920"/>
            <a:ext cx="109452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How Oasis Village has progressed, and showcase its unique value to attract more: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VCSE partners – priority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Commercial renters  - as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Funders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Event space users</a:t>
            </a:r>
          </a:p>
          <a:p>
            <a:endParaRPr lang="en-GB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noProof="0" dirty="0">
                <a:latin typeface="Segoe UI" panose="020B0502040204020203" pitchFamily="34" charset="0"/>
                <a:cs typeface="Segoe UI" panose="020B0502040204020203" pitchFamily="34" charset="0"/>
              </a:rPr>
              <a:t>Scope - we will look to evaluate: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noProof="0" dirty="0">
                <a:latin typeface="Segoe UI" panose="020B0502040204020203" pitchFamily="34" charset="0"/>
                <a:cs typeface="Segoe UI" panose="020B0502040204020203" pitchFamily="34" charset="0"/>
              </a:rPr>
              <a:t>How St Martin’s has progressed with the model / OV Policy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noProof="0" dirty="0">
                <a:latin typeface="Segoe UI" panose="020B0502040204020203" pitchFamily="34" charset="0"/>
                <a:cs typeface="Segoe UI" panose="020B0502040204020203" pitchFamily="34" charset="0"/>
              </a:rPr>
              <a:t>Impact on partners of being part of Oasis Village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Partner Outcomes: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Increased ability to deliver services 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Improved financial sustainability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Increased opportunities for community engagement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Capture impact stories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How: series of short interview with Partners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816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690</TotalTime>
  <Words>366</Words>
  <Application>Microsoft Office PowerPoint</Application>
  <PresentationFormat>Widescreen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Corbel</vt:lpstr>
      <vt:lpstr>Segoe UI</vt:lpstr>
      <vt:lpstr>Trebuchet MS</vt:lpstr>
      <vt:lpstr>Wingdings 3</vt:lpstr>
      <vt:lpstr>Facet</vt:lpstr>
      <vt:lpstr>Oasis St Martin’s Village</vt:lpstr>
      <vt:lpstr>OVERVIEW</vt:lpstr>
      <vt:lpstr>INTERNAL INTRANET/ JOSH</vt:lpstr>
      <vt:lpstr>GLOCAL</vt:lpstr>
      <vt:lpstr>PATCHWORKS/NARRATIVE</vt:lpstr>
      <vt:lpstr>PATCHWORKS/NARRATIVE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 Wilson</dc:creator>
  <cp:lastModifiedBy>Nicola Wilson</cp:lastModifiedBy>
  <cp:revision>3</cp:revision>
  <dcterms:created xsi:type="dcterms:W3CDTF">2025-10-11T17:49:09Z</dcterms:created>
  <dcterms:modified xsi:type="dcterms:W3CDTF">2025-12-03T14:34:50Z</dcterms:modified>
</cp:coreProperties>
</file>